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2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684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6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175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959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52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1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6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22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5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95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1875230-3C1C-4405-B081-AFB812CC4CF9}" type="datetimeFigureOut">
              <a:rPr lang="en-US" smtClean="0"/>
              <a:t>02-Jun-19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6396F4D-99A5-4D2A-B584-BCE52C2A2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3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6610">
              <a:schemeClr val="accent4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4">
                <a:lumMod val="75000"/>
              </a:schemeClr>
            </a:gs>
            <a:gs pos="83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 dirty="0" smtClean="0"/>
              <a:t>PARTY TIME</a:t>
            </a:r>
            <a:endParaRPr lang="en-US" sz="8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422675" y="6261463"/>
            <a:ext cx="2699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Martin Marinkovic 15206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8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UVOD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649" y="2253343"/>
            <a:ext cx="9872871" cy="4038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4"/>
                </a:solidFill>
              </a:rPr>
              <a:t>Korisnik moze da pronadje idealno mesto za nocni provod, kao i da vidi tacnu lokacuju svih svojih prijatelja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4"/>
                </a:solidFill>
              </a:rPr>
              <a:t>Svaki </a:t>
            </a:r>
            <a:r>
              <a:rPr lang="en-US" b="1" dirty="0">
                <a:solidFill>
                  <a:schemeClr val="accent4"/>
                </a:solidFill>
              </a:rPr>
              <a:t>korisnik moze da postavi pitanje na svojoj trenutnoj lokaciji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4"/>
                </a:solidFill>
              </a:rPr>
              <a:t>Korisnici </a:t>
            </a:r>
            <a:r>
              <a:rPr lang="en-US" b="1" dirty="0">
                <a:solidFill>
                  <a:schemeClr val="accent4"/>
                </a:solidFill>
              </a:rPr>
              <a:t>u blizini mogu da odgovore na pitanje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4"/>
                </a:solidFill>
              </a:rPr>
              <a:t>Tacni </a:t>
            </a:r>
            <a:r>
              <a:rPr lang="en-US" b="1" dirty="0">
                <a:solidFill>
                  <a:schemeClr val="accent4"/>
                </a:solidFill>
              </a:rPr>
              <a:t>odgovori donose bodove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4"/>
                </a:solidFill>
              </a:rPr>
              <a:t>Na </a:t>
            </a:r>
            <a:r>
              <a:rPr lang="en-US" b="1" dirty="0">
                <a:solidFill>
                  <a:schemeClr val="accent4"/>
                </a:solidFill>
              </a:rPr>
              <a:t>osnovu bodova se formira rank lista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4"/>
                </a:solidFill>
              </a:rPr>
              <a:t>Preko </a:t>
            </a:r>
            <a:r>
              <a:rPr lang="en-US" b="1" dirty="0">
                <a:solidFill>
                  <a:schemeClr val="accent4"/>
                </a:solidFill>
              </a:rPr>
              <a:t>Bluetooth-a se dodaju korisnici u listu prijatelja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81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8400">
              <a:srgbClr val="7BB0CD"/>
            </a:gs>
            <a:gs pos="56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LOG IN / REGISTER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06" y="1887311"/>
            <a:ext cx="7349907" cy="469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5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MAP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97" y="1905000"/>
            <a:ext cx="9693325" cy="457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4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ADD NEW PLACE / ADD NEW FRIEND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502" y="1965960"/>
            <a:ext cx="7266515" cy="459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0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MAIN MENU OPTIONS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1" y="1965960"/>
            <a:ext cx="11137138" cy="447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8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USER PROFILE / PLACE PROFILE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080" y="1828721"/>
            <a:ext cx="7159360" cy="46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3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QUIZ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086" y="1878483"/>
            <a:ext cx="7289348" cy="45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1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EDIT PLACE PROFILE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72" y="1782129"/>
            <a:ext cx="5039078" cy="46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9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59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EDIT USER PROFILE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881" y="1906819"/>
            <a:ext cx="4755757" cy="461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6610">
              <a:schemeClr val="accent4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4">
                <a:lumMod val="75000"/>
              </a:schemeClr>
            </a:gs>
            <a:gs pos="83000">
              <a:schemeClr val="accent4">
                <a:lumMod val="60000"/>
                <a:lumOff val="40000"/>
              </a:schemeClr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Hvala </a:t>
            </a:r>
            <a:r>
              <a:rPr lang="en-US" dirty="0"/>
              <a:t>na </a:t>
            </a:r>
            <a:r>
              <a:rPr lang="en-US" dirty="0" smtClean="0"/>
              <a:t>pažnji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4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144</TotalTime>
  <Words>92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Basis</vt:lpstr>
      <vt:lpstr>PARTY TIME</vt:lpstr>
      <vt:lpstr>UVOD</vt:lpstr>
      <vt:lpstr>LOG IN / REGISTER</vt:lpstr>
      <vt:lpstr>MAP</vt:lpstr>
      <vt:lpstr>ADD NEW PLACE / ADD NEW FRIEND</vt:lpstr>
      <vt:lpstr>MAIN MENU OPTIONS</vt:lpstr>
      <vt:lpstr>USER PROFILE / PLACE PROFILE</vt:lpstr>
      <vt:lpstr>QUIZ</vt:lpstr>
      <vt:lpstr>EDIT PLACE PROFILE</vt:lpstr>
      <vt:lpstr>EDIT USER PROFILE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</dc:creator>
  <cp:lastModifiedBy>Martin</cp:lastModifiedBy>
  <cp:revision>13</cp:revision>
  <dcterms:created xsi:type="dcterms:W3CDTF">2019-06-02T13:56:00Z</dcterms:created>
  <dcterms:modified xsi:type="dcterms:W3CDTF">2019-06-02T16:20:03Z</dcterms:modified>
</cp:coreProperties>
</file>